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79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A8C7E-9C24-4337-A9E5-544315A96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80F504-2FAA-43DA-A388-2B68EF611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B92B8-900B-4879-9A15-420C7E29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BAD76-1ACB-4FD5-AB9E-83EB2A48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7569A-E7FD-471D-9B94-0321F6E1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1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4DA97-E711-4D78-BC80-BD8F64EF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D49E88-9343-48D4-9B71-174A0D852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38E477-668E-4FC4-B0A1-A0C0CBE0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7DB9E-953A-43B9-A02A-1E6A0C12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D5D78-C2E9-4897-AB95-A6327690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51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E05D5-893B-43D6-ADDC-B168558B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1078AA-43E7-4111-AB40-242C0A457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1BD08A-3F26-469C-A515-7552DA74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FB5FD-015C-4D9C-AA94-4476E2F1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068515-D755-4AA0-B31A-418B9DDE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24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E25CC-901D-485C-84A8-76860D598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891C0-138E-4833-940D-6EFA1A35F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9B7AA1-C9EA-4182-8CBE-2BB8734DC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11D92-D456-4A09-8C7F-E23EB645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0B9396-2021-487E-8132-BFEA3160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1754A0-84C1-4BD0-9926-ECC681BC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28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54455-42D3-44BB-8993-2965A987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3BFB6-6DFE-4ED9-B67C-13FDC3CBF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A4ADD2-F3D5-4F49-A65B-CDF9589D2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8F50EC-34F7-4146-8EFC-B5FCA8308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8EABD5-2618-43C4-8A99-D4DDE1C88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038F9E-13E8-4E12-91AC-EA4BFA5B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FB480C-0954-450F-87C2-5F60C8C0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1AACA1-B612-49F4-B612-8380061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6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9C23A-2F4F-4AC4-95AC-D9D9D8F8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DEC3F4-123A-41FE-937B-A263D6B3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08E183-44D2-4186-9E92-85A95627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9000EA-E75B-4592-A1F2-262BBD22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1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451BFE-39FB-4EFF-8872-56E9F0D9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6D992D-C8E7-4664-BCC7-B9AEE371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FD0206-2132-4E26-8BF4-DF3B2D4C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48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1DC1-EF0C-410D-AB72-C6DD1771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E27E0F-B40E-4DBD-A0A2-228F51315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B56F72-D640-45DA-956F-24D29FBE7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73210-0F6F-4466-AFC0-D6336BD0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E58BA9-001E-40ED-97BE-BA8EF1DE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09A40-7D73-42FA-AA20-0FB11ACD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73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6C4EA-9687-4DC6-9817-01BABF64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F05FF5-25EB-436B-9B8D-B2F3CD099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FDE182-8CAD-4A16-96AC-75C5103DB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D5C00F-5393-42CC-870F-98DF92A2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95E4-72C5-49AA-9418-4ABF3885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43218F-1D38-4604-BC0D-9FB49A47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41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248B6-2EF1-4520-9AE3-3CA4E0AA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C21CE-C527-4AE7-9BE7-E167F33AF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21D4B-DE10-4827-8A46-DB241D9A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7889FB-67FC-429F-AEA1-E8AFBFA5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6376EF-4DB7-4524-8FAA-10674423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37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D9F1DE-3DC3-4D2B-92CE-5816F8124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F4C188-3A93-482C-8DA8-8BA8E4A2E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65F75-18C4-45E0-9709-347C04B8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7A7320-F230-4856-9A38-14A1C221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1B6F1C-1CBD-4164-BB3E-055306C7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888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67C69C-0928-4101-BFFB-B33D5636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754144-BDB1-4737-A8BD-1017E76B9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31841-8EEE-4969-8447-50813614D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BBC8B-78B4-4D1F-A801-F98A86CADE6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C8ED4-7740-435C-84F4-435F9F4BC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E002E5-FEE0-4C8E-8F1C-2890C405B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B2496-92CD-47F0-98D7-200BBCB19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28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4F225CB2-0D67-4730-8596-A632787DE56D}"/>
              </a:ext>
            </a:extLst>
          </p:cNvPr>
          <p:cNvGrpSpPr/>
          <p:nvPr/>
        </p:nvGrpSpPr>
        <p:grpSpPr>
          <a:xfrm>
            <a:off x="5394917" y="2998693"/>
            <a:ext cx="1471044" cy="1193508"/>
            <a:chOff x="5431611" y="2971799"/>
            <a:chExt cx="1471044" cy="1193508"/>
          </a:xfrm>
        </p:grpSpPr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66172DA4-75CD-48DD-9D28-A7A3FDD64104}"/>
                </a:ext>
              </a:extLst>
            </p:cNvPr>
            <p:cNvSpPr/>
            <p:nvPr/>
          </p:nvSpPr>
          <p:spPr>
            <a:xfrm>
              <a:off x="5666903" y="2971799"/>
              <a:ext cx="1000461" cy="67773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D39761-C430-4511-82EA-345F050213C5}"/>
                </a:ext>
              </a:extLst>
            </p:cNvPr>
            <p:cNvSpPr txBox="1"/>
            <p:nvPr/>
          </p:nvSpPr>
          <p:spPr>
            <a:xfrm>
              <a:off x="5431611" y="3795975"/>
              <a:ext cx="1471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err="1"/>
                <a:t>DocuBridge</a:t>
              </a:r>
              <a:endParaRPr lang="ko-KR" altLang="en-US" sz="1400" b="1" dirty="0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474E05E-09DF-4BC4-9176-13EDBB7D1CDF}"/>
              </a:ext>
            </a:extLst>
          </p:cNvPr>
          <p:cNvGrpSpPr/>
          <p:nvPr/>
        </p:nvGrpSpPr>
        <p:grpSpPr>
          <a:xfrm>
            <a:off x="552226" y="793923"/>
            <a:ext cx="4645884" cy="5833352"/>
            <a:chOff x="552226" y="793923"/>
            <a:chExt cx="4645884" cy="583335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4AC3B79-B5EA-4537-9FC9-FB2E2DB6D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226" y="1683571"/>
              <a:ext cx="4645884" cy="325418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3F0B08-EA3C-487B-86EE-787486E749D9}"/>
                </a:ext>
              </a:extLst>
            </p:cNvPr>
            <p:cNvSpPr txBox="1"/>
            <p:nvPr/>
          </p:nvSpPr>
          <p:spPr>
            <a:xfrm>
              <a:off x="2240219" y="5798371"/>
              <a:ext cx="1269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input.docx</a:t>
              </a:r>
              <a:endParaRPr lang="ko-KR" altLang="en-US" dirty="0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6CAF585-D62D-422C-AF4A-DB3BC51DAF81}"/>
                </a:ext>
              </a:extLst>
            </p:cNvPr>
            <p:cNvSpPr/>
            <p:nvPr/>
          </p:nvSpPr>
          <p:spPr>
            <a:xfrm>
              <a:off x="552226" y="1260660"/>
              <a:ext cx="4645884" cy="5140139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EE32F66-06F4-4BA1-BB8E-BCE986387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2180" y="6230591"/>
              <a:ext cx="425976" cy="396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C221562-AE90-4A63-9AA5-58D993F51B19}"/>
                </a:ext>
              </a:extLst>
            </p:cNvPr>
            <p:cNvSpPr txBox="1"/>
            <p:nvPr/>
          </p:nvSpPr>
          <p:spPr>
            <a:xfrm>
              <a:off x="2138492" y="793923"/>
              <a:ext cx="1473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Korean Only</a:t>
              </a:r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B24CC15-150E-440B-BB13-F7D234E39731}"/>
              </a:ext>
            </a:extLst>
          </p:cNvPr>
          <p:cNvGrpSpPr/>
          <p:nvPr/>
        </p:nvGrpSpPr>
        <p:grpSpPr>
          <a:xfrm>
            <a:off x="7062768" y="767030"/>
            <a:ext cx="4899735" cy="5873225"/>
            <a:chOff x="7062768" y="767030"/>
            <a:chExt cx="4899735" cy="587322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7E0D257-8F9A-4D7B-9CD8-24E15234B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9336" y="1260660"/>
              <a:ext cx="4826598" cy="433668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439FDD-BDA7-4B85-9546-9C57D05D2E35}"/>
                </a:ext>
              </a:extLst>
            </p:cNvPr>
            <p:cNvSpPr txBox="1"/>
            <p:nvPr/>
          </p:nvSpPr>
          <p:spPr>
            <a:xfrm>
              <a:off x="8796734" y="5798371"/>
              <a:ext cx="14318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output.docx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5732977-2BF5-4122-9A7B-BD355669441B}"/>
                </a:ext>
              </a:extLst>
            </p:cNvPr>
            <p:cNvSpPr/>
            <p:nvPr/>
          </p:nvSpPr>
          <p:spPr>
            <a:xfrm>
              <a:off x="7062768" y="1225906"/>
              <a:ext cx="4899735" cy="5140139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5E127923-65A0-419F-BDEE-D08885A2AA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9647" y="6243571"/>
              <a:ext cx="425976" cy="3966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764233-1C69-438F-94F0-2362E02B7123}"/>
                </a:ext>
              </a:extLst>
            </p:cNvPr>
            <p:cNvSpPr txBox="1"/>
            <p:nvPr/>
          </p:nvSpPr>
          <p:spPr>
            <a:xfrm>
              <a:off x="8537913" y="767030"/>
              <a:ext cx="1949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Korean(+English)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5537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한재성(컴퓨터공학과)</dc:creator>
  <cp:lastModifiedBy>한재성(컴퓨터공학과)</cp:lastModifiedBy>
  <cp:revision>3</cp:revision>
  <dcterms:created xsi:type="dcterms:W3CDTF">2026-01-07T17:26:41Z</dcterms:created>
  <dcterms:modified xsi:type="dcterms:W3CDTF">2026-01-08T01:06:07Z</dcterms:modified>
</cp:coreProperties>
</file>